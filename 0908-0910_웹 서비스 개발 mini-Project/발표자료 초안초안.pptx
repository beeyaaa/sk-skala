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</p:sldIdLst>
  <p:sldSz cx="18288000" cy="10287000"/>
  <p:notesSz cx="6858000" cy="9144000"/>
  <p:embeddedFontLst>
    <p:embeddedFont>
      <p:font typeface="윤고딕" panose="020B0503000000000000" pitchFamily="34" charset="-127"/>
      <p:regular r:id="rId12"/>
    </p:embeddedFont>
    <p:embeddedFont>
      <p:font typeface="윤고딕 Medium" panose="020B0603000000000000" pitchFamily="34" charset="-127"/>
      <p:regular r:id="rId13"/>
    </p:embeddedFont>
    <p:embeddedFont>
      <p:font typeface="Montserrat Bold" pitchFamily="2" charset="0"/>
      <p:regular r:id="rId14"/>
      <p:bold r:id="rId15"/>
    </p:embeddedFont>
    <p:embeddedFont>
      <p:font typeface="Montserrat Semi-Bold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3" autoAdjust="0"/>
  </p:normalViewPr>
  <p:slideViewPr>
    <p:cSldViewPr>
      <p:cViewPr>
        <p:scale>
          <a:sx n="53" d="100"/>
          <a:sy n="53" d="100"/>
        </p:scale>
        <p:origin x="1992" y="9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0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87541" y="1779860"/>
            <a:ext cx="6032482" cy="603248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710243" y="1779860"/>
            <a:ext cx="6032482" cy="603248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5002229"/>
            <a:ext cx="10956914" cy="764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8"/>
              </a:lnSpc>
            </a:pPr>
            <a:r>
              <a:rPr lang="en-US" sz="4878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비즈니스 성장을 위한 전략적 제안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418972"/>
            <a:ext cx="12712945" cy="1377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24"/>
              </a:lnSpc>
            </a:pPr>
            <a:r>
              <a:rPr lang="en-US" sz="8819" b="1" spc="-17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Proposal.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705595"/>
            <a:ext cx="3899716" cy="55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19"/>
              </a:lnSpc>
            </a:pPr>
            <a:r>
              <a:rPr lang="en-US" sz="3535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기획팀 김소희대리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616209"/>
            <a:ext cx="736824" cy="73682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3659027"/>
            <a:ext cx="736824" cy="73682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4701845"/>
            <a:ext cx="736824" cy="7368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0" y="5744664"/>
            <a:ext cx="736824" cy="73682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0" y="6787482"/>
            <a:ext cx="736824" cy="73682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0" y="7830300"/>
            <a:ext cx="736824" cy="73682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028700" y="962025"/>
            <a:ext cx="488418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7500" b="1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74727" y="2679402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기획 배경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94066" y="2704027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74727" y="3722220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Pain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94066" y="3746845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074727" y="4765039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시스템 액터 정의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4066" y="4789663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74727" y="5807857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UI 흐름도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4066" y="5832481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74727" y="6850675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데이터 모델 설계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4066" y="6875300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74727" y="7893493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API 명세 정의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94066" y="7918118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06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144000" y="8877367"/>
            <a:ext cx="736824" cy="736824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074727" y="8940560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Appendix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94066" y="8965185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기획 배경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Pain Points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시스템 액터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UI 흐름도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데이터 모델 설계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API 명세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Appendix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9760" y="5519721"/>
            <a:ext cx="6088480" cy="644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985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감사합니다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84027" y="4046673"/>
            <a:ext cx="12319947" cy="128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83"/>
              </a:lnSpc>
            </a:pPr>
            <a:r>
              <a:rPr lang="en-US" sz="806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Macintosh PowerPoint</Application>
  <PresentationFormat>사용자 지정</PresentationFormat>
  <Paragraphs>34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Montserrat Bold</vt:lpstr>
      <vt:lpstr>Arial</vt:lpstr>
      <vt:lpstr>윤고딕 Medium</vt:lpstr>
      <vt:lpstr>Calibri</vt:lpstr>
      <vt:lpstr>윤고딕</vt:lpstr>
      <vt:lpstr>Montserrat Semi-Bold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#F47725</dc:title>
  <cp:lastModifiedBy>홍은비</cp:lastModifiedBy>
  <cp:revision>2</cp:revision>
  <dcterms:created xsi:type="dcterms:W3CDTF">2006-08-16T00:00:00Z</dcterms:created>
  <dcterms:modified xsi:type="dcterms:W3CDTF">2026-09-08T05:00:06Z</dcterms:modified>
  <dc:identifier>DAHUkV5Z42o</dc:identifier>
</cp:coreProperties>
</file>