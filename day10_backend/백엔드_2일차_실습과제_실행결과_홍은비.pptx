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3"/>
  </p:normalViewPr>
  <p:slideViewPr>
    <p:cSldViewPr snapToGrid="0">
      <p:cViewPr varScale="1">
        <p:scale>
          <a:sx n="116" d="100"/>
          <a:sy n="116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5E3A2-32E3-1CD4-08A2-FDE8087B0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709760-03C3-AD6E-01A9-5FF86D3B8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79D791-D067-CE5D-5D03-8C4017454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D5B6-6679-8846-B3F5-9694FF4D56B9}" type="datetimeFigureOut">
              <a:rPr kumimoji="1" lang="ko-Kore-KR" altLang="en-US" smtClean="0"/>
              <a:t>2026. 7. 28.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AEF9E9-FBF0-C7E8-CAA2-6BDB074F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E87ED-48CE-716A-5873-73E9B2D00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8324-A2AD-AD4D-AC31-82DF7B5C95C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1496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FBA28-AE2E-62AD-E9D3-9F4A0E73C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F0F668-064E-20CD-EA2B-F7C8C91FE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EDC438-87C7-F866-275F-38CFEE3D8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D5B6-6679-8846-B3F5-9694FF4D56B9}" type="datetimeFigureOut">
              <a:rPr kumimoji="1" lang="ko-Kore-KR" altLang="en-US" smtClean="0"/>
              <a:t>2026. 7. 28.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70C634-03F8-F883-2ECB-7AEDCD7F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ABA487-E697-AB60-53E4-5F3FD2FA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8324-A2AD-AD4D-AC31-82DF7B5C95C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07361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7548-7C9D-8FE3-0D32-F41B626A2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DDD0A9-4BAB-6A90-39A9-63B470840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9D1991-28CD-BD0C-7D20-8944FF55C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D5B6-6679-8846-B3F5-9694FF4D56B9}" type="datetimeFigureOut">
              <a:rPr kumimoji="1" lang="ko-Kore-KR" altLang="en-US" smtClean="0"/>
              <a:t>2026. 7. 28.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DA4B5B-84EE-3022-73F7-6885D34D6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55646B-D39C-6390-76AD-06DCE763F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8324-A2AD-AD4D-AC31-82DF7B5C95C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7723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F23A1-FB36-E385-3113-8C97BA68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CB1745-68EB-7AD2-91B6-F0AA612FA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73AD53-7930-DE4C-B685-3539CAA5F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0EB95-7131-ECE4-57E5-D0FE18514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D5B6-6679-8846-B3F5-9694FF4D56B9}" type="datetimeFigureOut">
              <a:rPr kumimoji="1" lang="ko-Kore-KR" altLang="en-US" smtClean="0"/>
              <a:t>2026. 7. 28.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0B3F90-7F00-29FE-CE60-1A577C610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88FE17-CB23-D22E-8565-CF532C12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8324-A2AD-AD4D-AC31-82DF7B5C95C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18273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6F832-1FB2-1765-0042-97E6FF598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C1F6CD-71F0-A397-A32F-913BAE183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F1CBD9-2D38-4B99-FBAD-70A6D98C8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523C6B-2335-561C-D638-C2E5A9FFA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502DCA-3BD8-158A-387B-786400BAEE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F7915E0-CE92-12B2-E2BA-C6E5A222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D5B6-6679-8846-B3F5-9694FF4D56B9}" type="datetimeFigureOut">
              <a:rPr kumimoji="1" lang="ko-Kore-KR" altLang="en-US" smtClean="0"/>
              <a:t>2026. 7. 28.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1A7AEE3-2D3B-8239-7EB8-ADB11257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789918-FC3C-F6C6-4D26-26380284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8324-A2AD-AD4D-AC31-82DF7B5C95C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1172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80E69-239D-7815-C5C6-2BA225EB3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CFEEA4F-4B0F-B81B-A9F7-5AC0D00C4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D5B6-6679-8846-B3F5-9694FF4D56B9}" type="datetimeFigureOut">
              <a:rPr kumimoji="1" lang="ko-Kore-KR" altLang="en-US" smtClean="0"/>
              <a:t>2026. 7. 28.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714182-75EA-693B-A77D-8653C8D64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AE3098-B3CC-121E-C439-F844FE6F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8324-A2AD-AD4D-AC31-82DF7B5C95C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3614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4F2817-1E6C-339A-A07E-31B371688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D5B6-6679-8846-B3F5-9694FF4D56B9}" type="datetimeFigureOut">
              <a:rPr kumimoji="1" lang="ko-Kore-KR" altLang="en-US" smtClean="0"/>
              <a:t>2026. 7. 28.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F29187E-F11E-5377-7573-D34A04DBD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19527C-0134-086B-5E26-D0FBBF82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8324-A2AD-AD4D-AC31-82DF7B5C95C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55149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B167E6-F019-F730-91F4-EA92D3240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0E74A-524D-E990-690D-E5D29D0C6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E58621-92CB-0874-6F0D-1125DC313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EBF905-E482-646D-0ADF-80C281EA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D5B6-6679-8846-B3F5-9694FF4D56B9}" type="datetimeFigureOut">
              <a:rPr kumimoji="1" lang="ko-Kore-KR" altLang="en-US" smtClean="0"/>
              <a:t>2026. 7. 28.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B16F83-D537-E26A-F79C-B8284A341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109E00-0A58-0CBB-ABA0-F0315830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8324-A2AD-AD4D-AC31-82DF7B5C95C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9403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B9375-4F68-8EAF-C672-622F9525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A552EDF-AEB0-E275-14F1-9A6983AE1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7656ED-62D5-2EA8-6F7D-E6A745711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551133-A24E-AF59-B3CB-8A57325E1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D5B6-6679-8846-B3F5-9694FF4D56B9}" type="datetimeFigureOut">
              <a:rPr kumimoji="1" lang="ko-Kore-KR" altLang="en-US" smtClean="0"/>
              <a:t>2026. 7. 28.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DF804E-FBEB-245D-05AD-ABEC09970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22A13C-48AD-7064-D7C6-7C40EF67A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8324-A2AD-AD4D-AC31-82DF7B5C95C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1514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2F234-3182-5F8F-AEE3-5BFDCB2E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6A6F38-F926-009E-DE75-9A0CAADC3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216B36-987A-3B51-096F-8C5429276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D5B6-6679-8846-B3F5-9694FF4D56B9}" type="datetimeFigureOut">
              <a:rPr kumimoji="1" lang="ko-Kore-KR" altLang="en-US" smtClean="0"/>
              <a:t>2026. 7. 28.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84F6B6-C157-2971-A769-2D85D9D92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0E7E8-A530-C8EE-32E5-BD2EF14A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8324-A2AD-AD4D-AC31-82DF7B5C95C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6455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9334D3-319F-7B2F-1404-E331F56B9F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BFEC1A-2211-851A-ECB0-A5E294EEF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43FB75-C760-314A-092D-D5E018491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DD5B6-6679-8846-B3F5-9694FF4D56B9}" type="datetimeFigureOut">
              <a:rPr kumimoji="1" lang="ko-Kore-KR" altLang="en-US" smtClean="0"/>
              <a:t>2026. 7. 28.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B18224-021F-16B1-F5DA-B80062F4D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2C9B75-FCEA-838D-DA59-F913F976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8324-A2AD-AD4D-AC31-82DF7B5C95C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9460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79A0B3-59ED-51B4-120E-8FA747FAC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15174A-0297-06D0-A4A4-BFD62FDE0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DF902B-46BE-6D75-F0D9-A53EC1EFC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DD5B6-6679-8846-B3F5-9694FF4D56B9}" type="datetimeFigureOut">
              <a:rPr kumimoji="1" lang="ko-Kore-KR" altLang="en-US" smtClean="0"/>
              <a:t>2026. 7. 28.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06C8A7-FFFD-4817-B587-6BC21B6C5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B218EA-6518-8B49-E6D5-6164EFBFE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9E8324-A2AD-AD4D-AC31-82DF7B5C95C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917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71B3D6D-407A-F0A0-17C7-1940CE5AD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375" y="546100"/>
            <a:ext cx="6159500" cy="5765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83F082-51E6-C94F-2E98-E33071A91E0E}"/>
              </a:ext>
            </a:extLst>
          </p:cNvPr>
          <p:cNvSpPr txBox="1"/>
          <p:nvPr/>
        </p:nvSpPr>
        <p:spPr>
          <a:xfrm>
            <a:off x="498639" y="546100"/>
            <a:ext cx="3866764" cy="7312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 err="1"/>
              <a:t>백엔드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2</a:t>
            </a:r>
            <a:r>
              <a:rPr kumimoji="1" lang="ko-KR" altLang="en-US" sz="2000" dirty="0"/>
              <a:t>일차 실습과제 실행결과 </a:t>
            </a:r>
            <a:endParaRPr kumimoji="1" lang="en-US" altLang="ko-KR" sz="2000" dirty="0"/>
          </a:p>
          <a:p>
            <a:pPr>
              <a:lnSpc>
                <a:spcPct val="150000"/>
              </a:lnSpc>
            </a:pPr>
            <a:r>
              <a:rPr kumimoji="1" lang="en-US" altLang="ko-KR" sz="1600" dirty="0"/>
              <a:t>P172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 </a:t>
            </a:r>
            <a:r>
              <a:rPr kumimoji="1" lang="ko-KR" altLang="en-US" sz="1600" dirty="0"/>
              <a:t>홍은비</a:t>
            </a:r>
            <a:endParaRPr kumimoji="1" lang="ko-Kore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25821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16500-96AA-BA1E-7B3A-D17518E75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ABCF0D2-5ACC-B021-A196-659F6F245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239" y="546100"/>
            <a:ext cx="6159500" cy="5765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2A079B-6AB9-2BB2-A15F-7A16962634B5}"/>
              </a:ext>
            </a:extLst>
          </p:cNvPr>
          <p:cNvSpPr txBox="1"/>
          <p:nvPr/>
        </p:nvSpPr>
        <p:spPr>
          <a:xfrm>
            <a:off x="618564" y="546100"/>
            <a:ext cx="1620957" cy="65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</a:t>
            </a:r>
            <a:r>
              <a:rPr kumimoji="1" lang="en-US" altLang="ko-Kore-KR" dirty="0"/>
              <a:t>. </a:t>
            </a:r>
            <a:r>
              <a:rPr kumimoji="1" lang="ko-KR" altLang="en-US" dirty="0"/>
              <a:t>날씨별 추천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ore-KR" sz="1400" dirty="0"/>
              <a:t>ex) </a:t>
            </a:r>
            <a:r>
              <a:rPr kumimoji="1" lang="ko-KR" altLang="en-US" sz="1400" dirty="0"/>
              <a:t>더움</a:t>
            </a:r>
            <a:endParaRPr kumimoji="1" lang="ko-Kore-KR" altLang="en-US" sz="1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6EDFBCF-F76A-2F02-2138-22A434DD3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139" y="546100"/>
            <a:ext cx="61976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78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6A5B7-FE60-F988-B011-0026613A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26223F-00A5-8FEB-4F03-4BCF97D49DDA}"/>
              </a:ext>
            </a:extLst>
          </p:cNvPr>
          <p:cNvSpPr txBox="1"/>
          <p:nvPr/>
        </p:nvSpPr>
        <p:spPr>
          <a:xfrm>
            <a:off x="618564" y="546100"/>
            <a:ext cx="1666354" cy="65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</a:t>
            </a:r>
            <a:r>
              <a:rPr kumimoji="1" lang="en-US" altLang="ko-Kore-KR" dirty="0"/>
              <a:t>. </a:t>
            </a:r>
            <a:r>
              <a:rPr kumimoji="1" lang="ko-KR" altLang="en-US" dirty="0"/>
              <a:t>날씨별 추천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ore-KR" sz="1400" dirty="0"/>
              <a:t>ex) </a:t>
            </a:r>
            <a:r>
              <a:rPr kumimoji="1" lang="ko-KR" altLang="en-US" sz="1400" dirty="0"/>
              <a:t>눈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미지원 예시</a:t>
            </a:r>
            <a:r>
              <a:rPr kumimoji="1" lang="en-US" altLang="ko-KR" sz="1400" dirty="0"/>
              <a:t>)</a:t>
            </a:r>
            <a:endParaRPr kumimoji="1" lang="ko-Kore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FD589E-3871-F9B4-249A-518F15890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474" y="558800"/>
            <a:ext cx="62103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940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C6FEF-2411-C4B8-2A8B-A0F26F8DA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84B7DE8-3EF3-4487-393B-DEF77A882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239" y="546100"/>
            <a:ext cx="6159500" cy="5765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C9726D-9E95-896D-AAE6-217754FBEAA8}"/>
              </a:ext>
            </a:extLst>
          </p:cNvPr>
          <p:cNvSpPr txBox="1"/>
          <p:nvPr/>
        </p:nvSpPr>
        <p:spPr>
          <a:xfrm>
            <a:off x="618564" y="546100"/>
            <a:ext cx="1666354" cy="65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</a:t>
            </a:r>
            <a:r>
              <a:rPr kumimoji="1" lang="en-US" altLang="ko-Kore-KR" dirty="0"/>
              <a:t>. </a:t>
            </a:r>
            <a:r>
              <a:rPr kumimoji="1" lang="ko-KR" altLang="en-US" dirty="0"/>
              <a:t>기분별 추천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ore-KR" sz="1400" dirty="0"/>
              <a:t>ex) </a:t>
            </a:r>
            <a:r>
              <a:rPr kumimoji="1" lang="ko-KR" altLang="en-US" sz="1400" dirty="0"/>
              <a:t>스트레스</a:t>
            </a:r>
            <a:endParaRPr kumimoji="1" lang="ko-Kore-KR" altLang="en-US" sz="1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0CDFF7F-6661-A61D-E234-248FAAE91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139" y="546100"/>
            <a:ext cx="6197600" cy="5740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4ED3472-66CA-4196-0E81-3788700E3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139" y="546100"/>
            <a:ext cx="6146800" cy="5740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CB3DD8E-D03E-F580-79EC-5FD33268B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339" y="469900"/>
            <a:ext cx="6172200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527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F1FF9-5121-B8A7-6BCA-954F13CF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2AA0C4-5DE0-9475-309E-38D6E1FF099A}"/>
              </a:ext>
            </a:extLst>
          </p:cNvPr>
          <p:cNvSpPr txBox="1"/>
          <p:nvPr/>
        </p:nvSpPr>
        <p:spPr>
          <a:xfrm>
            <a:off x="618564" y="546100"/>
            <a:ext cx="1845890" cy="65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</a:t>
            </a:r>
            <a:r>
              <a:rPr kumimoji="1" lang="en-US" altLang="ko-Kore-KR" dirty="0"/>
              <a:t>. </a:t>
            </a:r>
            <a:r>
              <a:rPr kumimoji="1" lang="ko-KR" altLang="en-US" dirty="0"/>
              <a:t>기분별 추천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ore-KR" sz="1400" dirty="0"/>
              <a:t>ex) </a:t>
            </a:r>
            <a:r>
              <a:rPr kumimoji="1" lang="ko-KR" altLang="en-US" sz="1400" dirty="0"/>
              <a:t>신남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미지원 예시</a:t>
            </a:r>
            <a:r>
              <a:rPr kumimoji="1" lang="en-US" altLang="ko-KR" sz="1400" dirty="0"/>
              <a:t>)</a:t>
            </a:r>
            <a:endParaRPr kumimoji="1" lang="ko-Kore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575ACAA-82A0-3238-A80F-DC46DCF10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257" y="546100"/>
            <a:ext cx="6197600" cy="593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543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46701-38EA-A2DC-5EC6-9DB9489A9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85CE70-3985-B75B-0A55-4334AED2C34E}"/>
              </a:ext>
            </a:extLst>
          </p:cNvPr>
          <p:cNvSpPr txBox="1"/>
          <p:nvPr/>
        </p:nvSpPr>
        <p:spPr>
          <a:xfrm>
            <a:off x="618564" y="546100"/>
            <a:ext cx="1851789" cy="65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r>
              <a:rPr kumimoji="1" lang="en-US" altLang="ko-Kore-KR" dirty="0"/>
              <a:t>. </a:t>
            </a:r>
            <a:r>
              <a:rPr kumimoji="1" lang="ko-KR" altLang="en-US" dirty="0"/>
              <a:t>가격대별 추천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ore-KR" sz="1400" dirty="0"/>
              <a:t>ex)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6000</a:t>
            </a:r>
            <a:r>
              <a:rPr kumimoji="1" lang="ko-KR" altLang="en-US" sz="1400" dirty="0"/>
              <a:t>원 </a:t>
            </a:r>
            <a:r>
              <a:rPr kumimoji="1" lang="en-US" altLang="ko-KR" sz="1400" dirty="0"/>
              <a:t>~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12000</a:t>
            </a:r>
            <a:r>
              <a:rPr kumimoji="1" lang="ko-KR" altLang="en-US" sz="1400" dirty="0"/>
              <a:t>원</a:t>
            </a:r>
            <a:endParaRPr kumimoji="1" lang="ko-Kore-KR" altLang="en-US" sz="1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167FE33-D455-376B-5952-A9994C92D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215" y="546100"/>
            <a:ext cx="61595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274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7C75B-0DE6-AA3D-4C2B-EE986C804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FB4717-F120-374E-14F7-62A529E9307F}"/>
              </a:ext>
            </a:extLst>
          </p:cNvPr>
          <p:cNvSpPr txBox="1"/>
          <p:nvPr/>
        </p:nvSpPr>
        <p:spPr>
          <a:xfrm>
            <a:off x="618564" y="546100"/>
            <a:ext cx="2918299" cy="65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r>
              <a:rPr kumimoji="1" lang="en-US" altLang="ko-Kore-KR" dirty="0"/>
              <a:t>. </a:t>
            </a:r>
            <a:r>
              <a:rPr kumimoji="1" lang="ko-KR" altLang="en-US" dirty="0"/>
              <a:t>가격대별 추천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ore-KR" sz="1400" dirty="0"/>
              <a:t>ex)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50000</a:t>
            </a:r>
            <a:r>
              <a:rPr kumimoji="1" lang="ko-KR" altLang="en-US" sz="1400" dirty="0"/>
              <a:t>원 </a:t>
            </a:r>
            <a:r>
              <a:rPr kumimoji="1" lang="en-US" altLang="ko-KR" sz="1400" dirty="0"/>
              <a:t>~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2000</a:t>
            </a:r>
            <a:r>
              <a:rPr kumimoji="1" lang="ko-KR" altLang="en-US" sz="1400" dirty="0"/>
              <a:t>원 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미지원 예시</a:t>
            </a:r>
            <a:r>
              <a:rPr kumimoji="1" lang="en-US" altLang="ko-KR" sz="1400" dirty="0"/>
              <a:t>)</a:t>
            </a:r>
            <a:endParaRPr kumimoji="1" lang="ko-Kore-KR" altLang="en-US" sz="1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B378AF-D671-F204-5512-40EE042EA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271" y="552450"/>
            <a:ext cx="6197600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64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BDB15-E920-B05D-A4D0-82436F2EE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E7FBD4-F6E1-007C-F141-EE04BC1715E6}"/>
              </a:ext>
            </a:extLst>
          </p:cNvPr>
          <p:cNvSpPr txBox="1"/>
          <p:nvPr/>
        </p:nvSpPr>
        <p:spPr>
          <a:xfrm>
            <a:off x="618564" y="546100"/>
            <a:ext cx="1898277" cy="65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4</a:t>
            </a:r>
            <a:r>
              <a:rPr kumimoji="1" lang="en-US" altLang="ko-Kore-KR" dirty="0"/>
              <a:t>. </a:t>
            </a:r>
            <a:r>
              <a:rPr kumimoji="1" lang="ko-KR" altLang="en-US" dirty="0"/>
              <a:t>같이 먹는 사람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ore-KR" sz="1400" dirty="0"/>
              <a:t>ex)</a:t>
            </a:r>
            <a:r>
              <a:rPr kumimoji="1" lang="ko-KR" altLang="en-US" sz="1400" dirty="0"/>
              <a:t> 친구</a:t>
            </a:r>
            <a:endParaRPr kumimoji="1" lang="ko-Kore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F3BAB8-EC7A-3B71-2636-B147983A4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278" y="552450"/>
            <a:ext cx="6184900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501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8C834-FF85-A784-5237-388CE514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86BAEF-1A44-B8FF-8046-E9FE3A4A67E1}"/>
              </a:ext>
            </a:extLst>
          </p:cNvPr>
          <p:cNvSpPr txBox="1"/>
          <p:nvPr/>
        </p:nvSpPr>
        <p:spPr>
          <a:xfrm>
            <a:off x="618564" y="546100"/>
            <a:ext cx="1898277" cy="65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4</a:t>
            </a:r>
            <a:r>
              <a:rPr kumimoji="1" lang="en-US" altLang="ko-Kore-KR" dirty="0"/>
              <a:t>. </a:t>
            </a:r>
            <a:r>
              <a:rPr kumimoji="1" lang="ko-KR" altLang="en-US" dirty="0"/>
              <a:t>같이 먹는 사람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ore-KR" sz="1400" dirty="0"/>
              <a:t>ex)</a:t>
            </a:r>
            <a:r>
              <a:rPr kumimoji="1" lang="ko-KR" altLang="en-US" sz="1400" dirty="0"/>
              <a:t> 모임 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미지원 예시</a:t>
            </a:r>
            <a:r>
              <a:rPr kumimoji="1" lang="en-US" altLang="ko-KR" sz="1400" dirty="0"/>
              <a:t>)</a:t>
            </a:r>
            <a:endParaRPr kumimoji="1" lang="ko-Kore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0FB79FF-8F42-2607-01DB-BE374C0BA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952" y="552450"/>
            <a:ext cx="6197600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1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89</Words>
  <Application>Microsoft Macintosh PowerPoint</Application>
  <PresentationFormat>와이드스크린</PresentationFormat>
  <Paragraphs>18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홍은비</dc:creator>
  <cp:lastModifiedBy>홍은비</cp:lastModifiedBy>
  <cp:revision>5</cp:revision>
  <dcterms:created xsi:type="dcterms:W3CDTF">2026-07-28T08:08:23Z</dcterms:created>
  <dcterms:modified xsi:type="dcterms:W3CDTF">2026-07-28T08:32:25Z</dcterms:modified>
</cp:coreProperties>
</file>